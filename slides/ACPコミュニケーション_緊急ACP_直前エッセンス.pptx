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直前エッセンス 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流れの地図：REMAP で5〜10分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原則：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選択肢を並べて委ねない → 価値観を聞いて、医療者が推奨する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66928" cy="45720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508760"/>
            <a:ext cx="1234440" cy="45720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508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見出し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150876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結論を一言で。数値は後回し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566928" cy="45720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391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7280" y="2039112"/>
            <a:ext cx="1234440" cy="45720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039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感情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14600" y="2039112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驚きに応える。数秒待つ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2569464"/>
            <a:ext cx="566928" cy="45720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94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97280" y="2569464"/>
            <a:ext cx="1234440" cy="457200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5694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価値観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514600" y="2569464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大事なこと・避けたいこと・どこまで頑張れるか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3099816"/>
            <a:ext cx="566928" cy="45720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9981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099816"/>
            <a:ext cx="1234440" cy="45720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0998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要約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514600" y="3099816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本人の言葉で返して確認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7200" y="3630168"/>
            <a:ext cx="566928" cy="45720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3016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97280" y="3630168"/>
            <a:ext cx="1234440" cy="457200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3630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推奨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514600" y="363016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方針をまとめて提案＋期間を区切る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BF0E4"/>
          </a:solidFill>
          <a:ln w="15875">
            <a:solidFill>
              <a:srgbClr val="C966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66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迷ったら期間を区切る：</a:t>
            </a:r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「まず〇日間全力で。〇日後に一緒に見直します」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直前エッセンス 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そのまま使えるフレーズ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66928" cy="41148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914400"/>
            <a:ext cx="7589520" cy="41148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914400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「今、心臓がかなり弱っていて、良くならない可能性があります」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1389888"/>
            <a:ext cx="566928" cy="41148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97280" y="1389888"/>
            <a:ext cx="7589520" cy="41148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389888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「急なことで、驚かれましたよね（待つ）」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1865376"/>
            <a:ext cx="566928" cy="41148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6537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97280" y="1865376"/>
            <a:ext cx="7589520" cy="411480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865376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「一番大事なことは何ですか」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2340864"/>
            <a:ext cx="566928" cy="41148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4086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97280" y="2340864"/>
            <a:ext cx="7589520" cy="411480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2340864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「一番避けたいこと、こわいことは何ですか」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2816352"/>
            <a:ext cx="566928" cy="41148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1635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97280" y="2816352"/>
            <a:ext cx="7589520" cy="411480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2816352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「どこまでなら頑張れると思いますか」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566928" cy="41148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91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深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097280" y="3291840"/>
            <a:ext cx="7589520" cy="41148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3291840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「それはどうしてですか（1回だけ）」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57200" y="3767328"/>
            <a:ext cx="566928" cy="41148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6732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097280" y="3767328"/>
            <a:ext cx="7589520" cy="41148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3767328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「つまり、〜ということですね」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57200" y="4242816"/>
            <a:ext cx="566928" cy="41148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4281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097280" y="4242816"/>
            <a:ext cx="7589520" cy="411480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4440" y="4242816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「私からの提案です。〜まで全力で。〇日後に一緒に見直します」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緊急ACP 直前エッセンス 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B23A2B"/>
          </a:solidFill>
          <a:ln w="12700">
            <a:solidFill>
              <a:srgbClr val="B23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家族と話すとき ／ 言い換え ／ 最後に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77640" cy="1691640"/>
          </a:xfrm>
          <a:prstGeom prst="rect">
            <a:avLst/>
          </a:prstGeom>
          <a:solidFill>
            <a:srgbClr val="FBF0E4"/>
          </a:solidFill>
          <a:ln w="15875">
            <a:solidFill>
              <a:srgbClr val="C966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C966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本人が話せないとき
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「ご本人なら何と言うと思いますか」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「ふだん何かおっしゃっていましたか」
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最後は医療者の推奨として示す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977640" cy="187452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言い換え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全部やりますか？
</a:t>
            </a:r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効果がある治療は全力で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延命しますか？
</a:t>
            </a:r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〇〇さんらしい過ごし方は？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何もしません
</a:t>
            </a:r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苦痛を和らげる治療に注力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3977640" cy="3703320"/>
          </a:xfrm>
          <a:prstGeom prst="rect">
            <a:avLst/>
          </a:prstGeom>
          <a:solidFill>
            <a:srgbClr val="F4F6F8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05840"/>
            <a:ext cx="3611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最後にやること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□ 本人・家族の言葉のまま記録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□ 推奨した方針と、その理由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□ 見直しの日時と評価項目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□ チーム（夜勤・当直）に共有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□ 来られない家族への連絡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□「気持ちは変わってよい」と伝える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緊急ACP 直前エッセンス</dc:title>
  <dc:subject>PptxGenJS Presentation</dc:subject>
  <dc:creator>PptxGenJS</dc:creator>
  <cp:lastModifiedBy>PptxGenJS</cp:lastModifiedBy>
  <cp:revision>1</cp:revision>
  <dcterms:created xsi:type="dcterms:W3CDTF">2026-09-25T00:55:55Z</dcterms:created>
  <dcterms:modified xsi:type="dcterms:W3CDTF">2026-09-25T00:55:55Z</dcterms:modified>
</cp:coreProperties>
</file>